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4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14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26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59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6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58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2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97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60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8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2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9558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95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56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456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95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54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967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1154955" y="1447800"/>
            <a:ext cx="88257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Times New Roman"/>
              <a:buNone/>
            </a:pPr>
            <a:r>
              <a:rPr lang="en-IN" sz="5400">
                <a:latin typeface="Times New Roman"/>
                <a:ea typeface="Times New Roman"/>
                <a:cs typeface="Times New Roman"/>
                <a:sym typeface="Times New Roman"/>
              </a:rPr>
              <a:t>MODELING OBJECT RELATIONSHIPS IN A UNIVERSITY MANAGEMENT SYSTEM</a:t>
            </a:r>
            <a:endParaRPr/>
          </a:p>
        </p:txBody>
      </p:sp>
      <p:sp>
        <p:nvSpPr>
          <p:cNvPr id="35" name="Google Shape;35;p1"/>
          <p:cNvSpPr txBox="1"/>
          <p:nvPr>
            <p:ph idx="1" type="subTitle"/>
          </p:nvPr>
        </p:nvSpPr>
        <p:spPr>
          <a:xfrm>
            <a:off x="1154955" y="4777379"/>
            <a:ext cx="96114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OBJECT-ORIENTED ANALYSIS AND DESIGN (OOAD)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B.Harshitha (192520006)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B.E BIOINFORMATICS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DBDB-1491-BC0F-FB93-FAFB42D3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AC243-346E-01C5-E91C-8A753CA89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513" y="1639963"/>
            <a:ext cx="6438030" cy="4195481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University Management System (UMS) is a software application that manages academic and administrative activities in a university.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information about students, faculty, departments, and courses. 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Object-Oriented Analysis and Design (OOAD), these entities are represented as objects, and their interactions are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object relationships.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relationship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build efficient, scalable, and maintainable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235926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07E2-9A9E-B3DB-E355-CDAE096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UNIVERSITY MANAGEMENT SYSTEM 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B609-C74F-8F2A-5006-85301DC4F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Objects in the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objects involved in a University Management System are: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courses and maintains academic records.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Teaches courses and guides students.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faculty, students, and courses.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subject information and learning materials.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objects interact with one another through different types of object relationships.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62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6429-A9F5-92F0-46C7-49D2DDCB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RELATIONSHIP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1F7D3-8BD8-C5FD-170D-BE3CB2F8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041" y="1331259"/>
            <a:ext cx="6400670" cy="419548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is a relationship where two or more objects are connected but can exist independently of each other.</a:t>
            </a:r>
          </a:p>
          <a:p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or more courses.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faculty member teaches one or more courses.</a:t>
            </a:r>
          </a:p>
          <a:p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relationship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exist independently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one-to-one, one-to-many, and many-to-many relationships </a:t>
            </a: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1B978-C043-93AA-EB29-C2A239E76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21" y="1766336"/>
            <a:ext cx="3665538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7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333B-F0EE-33BB-7176-B21524AE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RELATIONSHIP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A7E2-CD6B-8B16-9F56-E3B90B27C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015" y="1329814"/>
            <a:ext cx="7627733" cy="47858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represents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"Has-A"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where the parent object contains child objects, but the child objects can exist independently.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department has many faculty members.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department has many students.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department is removed, faculty members and students still exist in the university.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ownership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objects have independent life cycles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0A1D2-1556-03F7-AB1D-B6A043756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045" y="1866072"/>
            <a:ext cx="2782529" cy="35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1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4350-562C-D95F-8345-C2B125E1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RELATIONSHIP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B169C-4A73-DFD1-6008-5150AD6D1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94157"/>
            <a:ext cx="8822354" cy="5222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is a strong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"Part-Of"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where the child object cannot exist without the parent object.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course contains course materials.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record contains academic history.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parent object is deleted, all its child objects are also deleted.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ownership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life cycle for parent and child</a:t>
            </a:r>
          </a:p>
          <a:p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50133-8787-DAE6-E0EE-CA959BB75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90" y="2546555"/>
            <a:ext cx="3532599" cy="32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1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9A52-0530-7E4D-2DEC-7AF99A9F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OBJECT RELATIONSHIPS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FF128D-2227-C891-7AB0-99337902C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056462"/>
              </p:ext>
            </p:extLst>
          </p:nvPr>
        </p:nvGraphicFramePr>
        <p:xfrm>
          <a:off x="769016" y="2318109"/>
          <a:ext cx="9515528" cy="387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882">
                  <a:extLst>
                    <a:ext uri="{9D8B030D-6E8A-4147-A177-3AD203B41FA5}">
                      <a16:colId xmlns:a16="http://schemas.microsoft.com/office/drawing/2014/main" val="2170561762"/>
                    </a:ext>
                  </a:extLst>
                </a:gridCol>
                <a:gridCol w="2378882">
                  <a:extLst>
                    <a:ext uri="{9D8B030D-6E8A-4147-A177-3AD203B41FA5}">
                      <a16:colId xmlns:a16="http://schemas.microsoft.com/office/drawing/2014/main" val="3021113003"/>
                    </a:ext>
                  </a:extLst>
                </a:gridCol>
                <a:gridCol w="2378882">
                  <a:extLst>
                    <a:ext uri="{9D8B030D-6E8A-4147-A177-3AD203B41FA5}">
                      <a16:colId xmlns:a16="http://schemas.microsoft.com/office/drawing/2014/main" val="2745484975"/>
                    </a:ext>
                  </a:extLst>
                </a:gridCol>
                <a:gridCol w="2378882">
                  <a:extLst>
                    <a:ext uri="{9D8B030D-6E8A-4147-A177-3AD203B41FA5}">
                      <a16:colId xmlns:a16="http://schemas.microsoft.com/office/drawing/2014/main" val="3712050930"/>
                    </a:ext>
                  </a:extLst>
                </a:gridCol>
              </a:tblGrid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ASSOCIATION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COMPOSITION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335094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–A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Part-of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89941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OWNERSHIP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24131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DEPENDENCY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Independent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17210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LIFE CYCLE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05591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UML SYMBOL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Hollow diamond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Filled diamond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446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32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0BD7-10D5-DB8A-6986-DEA52708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61C9D-ED0C-DB36-5E0B-34AF8F5E2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239" y="1425677"/>
            <a:ext cx="3923072" cy="482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4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29A7-B332-AF55-FF18-1CEE88C8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RELATIONSHIP 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EF9C-79AB-F673-0420-E37CCADB0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object relationship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several advantages: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flexibility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code reusability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system maintenance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redundancy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software scalable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object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86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C0DB-90AF-0EE1-F386-13A563CC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38431" cy="1400530"/>
          </a:xfrm>
        </p:spPr>
        <p:txBody>
          <a:bodyPr/>
          <a:lstStyle/>
          <a:p>
            <a:r>
              <a:rPr lang="en-US" dirty="0"/>
              <a:t>FLEXIBILITY,REUSABILITY &amp; MAINTAINABILITY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F85F1-DBC7-0691-0EF9-F9109605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Relationships Are Important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modules can be added easily.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classes require fewer modifications.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can be reused in multiple applications.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duplicate code.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debugging and testing.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future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356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EBA5-4A10-FAF0-F0BA-0A119FC7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UNIVERSITY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893D-4C40-E9F9-216F-4BF9B958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83" y="1541640"/>
            <a:ext cx="10390598" cy="45936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University Management System uses object relationships to manage daily academic activities.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multiple courses.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members teach different courses.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manage students and faculty.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 contain study materials and assessments.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records store academic performance.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relationships accurately represent real-world university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229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9D8D-9D2D-6955-319E-E513EF99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67B9-3A0B-52E5-E616-F5060B7ED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681" y="1649795"/>
            <a:ext cx="8650288" cy="41954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Association, Aggregation, and Composition accurately model relationships between objects in a University Management System.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relationship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system flexibility, reusability, and maintainability, making the software easier to develop and update.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appropriate object relationships reduces complexity and creates a clear, organized system design.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relationship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in a scalable, reliable, and efficient University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155852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BDB37-7F3C-0A29-87A5-9252DF0B1E62}"/>
              </a:ext>
            </a:extLst>
          </p:cNvPr>
          <p:cNvSpPr txBox="1"/>
          <p:nvPr/>
        </p:nvSpPr>
        <p:spPr>
          <a:xfrm>
            <a:off x="2251587" y="2635045"/>
            <a:ext cx="768882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45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